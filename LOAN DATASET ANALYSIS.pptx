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sldIdLst>
    <p:sldId id="256" r:id="rId2"/>
    <p:sldId id="258" r:id="rId3"/>
    <p:sldId id="259" r:id="rId4"/>
    <p:sldId id="262" r:id="rId5"/>
    <p:sldId id="260" r:id="rId6"/>
    <p:sldId id="261" r:id="rId7"/>
    <p:sldId id="271" r:id="rId8"/>
    <p:sldId id="27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dhumathi S" userId="84cc7a686912fe65" providerId="LiveId" clId="{67C48E11-83B9-4CF9-BAE2-9D5ED5FA63A5}"/>
    <pc:docChg chg="undo custSel addSld delSld modSld modMainMaster">
      <pc:chgData name="Indhumathi S" userId="84cc7a686912fe65" providerId="LiveId" clId="{67C48E11-83B9-4CF9-BAE2-9D5ED5FA63A5}" dt="2026-02-02T14:29:27.526" v="1321" actId="12"/>
      <pc:docMkLst>
        <pc:docMk/>
      </pc:docMkLst>
      <pc:sldChg chg="modSp mod">
        <pc:chgData name="Indhumathi S" userId="84cc7a686912fe65" providerId="LiveId" clId="{67C48E11-83B9-4CF9-BAE2-9D5ED5FA63A5}" dt="2026-01-21T15:22:49.250" v="1075"/>
        <pc:sldMkLst>
          <pc:docMk/>
          <pc:sldMk cId="2427909890" sldId="256"/>
        </pc:sldMkLst>
        <pc:spChg chg="mod">
          <ac:chgData name="Indhumathi S" userId="84cc7a686912fe65" providerId="LiveId" clId="{67C48E11-83B9-4CF9-BAE2-9D5ED5FA63A5}" dt="2026-01-21T15:22:49.250" v="1075"/>
          <ac:spMkLst>
            <pc:docMk/>
            <pc:sldMk cId="2427909890" sldId="256"/>
            <ac:spMk id="3" creationId="{CF1EEF52-5E6B-82CD-6AE1-810A87AF2558}"/>
          </ac:spMkLst>
        </pc:spChg>
      </pc:sldChg>
      <pc:sldChg chg="addSp modSp mod">
        <pc:chgData name="Indhumathi S" userId="84cc7a686912fe65" providerId="LiveId" clId="{67C48E11-83B9-4CF9-BAE2-9D5ED5FA63A5}" dt="2026-01-22T14:07:21.764" v="1094" actId="14100"/>
        <pc:sldMkLst>
          <pc:docMk/>
          <pc:sldMk cId="1579439897" sldId="258"/>
        </pc:sldMkLst>
        <pc:spChg chg="mod">
          <ac:chgData name="Indhumathi S" userId="84cc7a686912fe65" providerId="LiveId" clId="{67C48E11-83B9-4CF9-BAE2-9D5ED5FA63A5}" dt="2026-01-22T14:06:39.121" v="1085" actId="14100"/>
          <ac:spMkLst>
            <pc:docMk/>
            <pc:sldMk cId="1579439897" sldId="258"/>
            <ac:spMk id="2" creationId="{23E8AAA9-0CB2-BA9B-E54E-95008B24CAA8}"/>
          </ac:spMkLst>
        </pc:spChg>
        <pc:spChg chg="mod">
          <ac:chgData name="Indhumathi S" userId="84cc7a686912fe65" providerId="LiveId" clId="{67C48E11-83B9-4CF9-BAE2-9D5ED5FA63A5}" dt="2026-01-22T14:07:21.764" v="1094" actId="14100"/>
          <ac:spMkLst>
            <pc:docMk/>
            <pc:sldMk cId="1579439897" sldId="258"/>
            <ac:spMk id="3" creationId="{47398537-49D7-A7EC-A5B9-1E5677B3485C}"/>
          </ac:spMkLst>
        </pc:spChg>
        <pc:picChg chg="add mod">
          <ac:chgData name="Indhumathi S" userId="84cc7a686912fe65" providerId="LiveId" clId="{67C48E11-83B9-4CF9-BAE2-9D5ED5FA63A5}" dt="2026-01-22T14:07:03.151" v="1091" actId="1076"/>
          <ac:picMkLst>
            <pc:docMk/>
            <pc:sldMk cId="1579439897" sldId="258"/>
            <ac:picMk id="5" creationId="{5898D9B1-A367-8C94-7BBA-B35B343C164E}"/>
          </ac:picMkLst>
        </pc:picChg>
      </pc:sldChg>
      <pc:sldChg chg="addSp delSp modSp new mod">
        <pc:chgData name="Indhumathi S" userId="84cc7a686912fe65" providerId="LiveId" clId="{67C48E11-83B9-4CF9-BAE2-9D5ED5FA63A5}" dt="2026-01-29T13:43:21.271" v="1320" actId="14100"/>
        <pc:sldMkLst>
          <pc:docMk/>
          <pc:sldMk cId="795003767" sldId="259"/>
        </pc:sldMkLst>
        <pc:spChg chg="mod">
          <ac:chgData name="Indhumathi S" userId="84cc7a686912fe65" providerId="LiveId" clId="{67C48E11-83B9-4CF9-BAE2-9D5ED5FA63A5}" dt="2026-01-19T15:33:25.379" v="55" actId="14100"/>
          <ac:spMkLst>
            <pc:docMk/>
            <pc:sldMk cId="795003767" sldId="259"/>
            <ac:spMk id="2" creationId="{2767AD85-16BB-E1A1-88EC-08A081F02284}"/>
          </ac:spMkLst>
        </pc:spChg>
        <pc:spChg chg="add del mod">
          <ac:chgData name="Indhumathi S" userId="84cc7a686912fe65" providerId="LiveId" clId="{67C48E11-83B9-4CF9-BAE2-9D5ED5FA63A5}" dt="2026-01-29T13:42:56.939" v="1313" actId="14100"/>
          <ac:spMkLst>
            <pc:docMk/>
            <pc:sldMk cId="795003767" sldId="259"/>
            <ac:spMk id="3" creationId="{1B7AC398-AB2A-D5AA-CE15-8FEAC670F463}"/>
          </ac:spMkLst>
        </pc:spChg>
        <pc:picChg chg="add mod">
          <ac:chgData name="Indhumathi S" userId="84cc7a686912fe65" providerId="LiveId" clId="{67C48E11-83B9-4CF9-BAE2-9D5ED5FA63A5}" dt="2026-01-29T13:43:21.271" v="1320" actId="14100"/>
          <ac:picMkLst>
            <pc:docMk/>
            <pc:sldMk cId="795003767" sldId="259"/>
            <ac:picMk id="5" creationId="{85240521-A47C-84E3-A5D0-A9223C106C81}"/>
          </ac:picMkLst>
        </pc:picChg>
        <pc:picChg chg="add mod">
          <ac:chgData name="Indhumathi S" userId="84cc7a686912fe65" providerId="LiveId" clId="{67C48E11-83B9-4CF9-BAE2-9D5ED5FA63A5}" dt="2026-01-29T13:43:18.266" v="1319" actId="14100"/>
          <ac:picMkLst>
            <pc:docMk/>
            <pc:sldMk cId="795003767" sldId="259"/>
            <ac:picMk id="6" creationId="{8EC8CBDF-C422-33B4-1B1D-C3F675556078}"/>
          </ac:picMkLst>
        </pc:picChg>
      </pc:sldChg>
      <pc:sldChg chg="addSp modSp new mod">
        <pc:chgData name="Indhumathi S" userId="84cc7a686912fe65" providerId="LiveId" clId="{67C48E11-83B9-4CF9-BAE2-9D5ED5FA63A5}" dt="2026-01-21T15:22:48.773" v="1073"/>
        <pc:sldMkLst>
          <pc:docMk/>
          <pc:sldMk cId="2282953524" sldId="260"/>
        </pc:sldMkLst>
        <pc:spChg chg="mod">
          <ac:chgData name="Indhumathi S" userId="84cc7a686912fe65" providerId="LiveId" clId="{67C48E11-83B9-4CF9-BAE2-9D5ED5FA63A5}" dt="2026-01-21T15:22:48.773" v="1073"/>
          <ac:spMkLst>
            <pc:docMk/>
            <pc:sldMk cId="2282953524" sldId="260"/>
            <ac:spMk id="2" creationId="{F0AC6340-CFF5-EF8B-B6FB-1992D91DAFA7}"/>
          </ac:spMkLst>
        </pc:spChg>
        <pc:spChg chg="mod">
          <ac:chgData name="Indhumathi S" userId="84cc7a686912fe65" providerId="LiveId" clId="{67C48E11-83B9-4CF9-BAE2-9D5ED5FA63A5}" dt="2026-01-19T15:38:48.115" v="100" actId="6549"/>
          <ac:spMkLst>
            <pc:docMk/>
            <pc:sldMk cId="2282953524" sldId="260"/>
            <ac:spMk id="3" creationId="{6630E5AD-AC6B-254B-A708-9B9A5FBA4F2A}"/>
          </ac:spMkLst>
        </pc:spChg>
        <pc:picChg chg="add mod">
          <ac:chgData name="Indhumathi S" userId="84cc7a686912fe65" providerId="LiveId" clId="{67C48E11-83B9-4CF9-BAE2-9D5ED5FA63A5}" dt="2026-01-19T15:38:34.107" v="99" actId="1076"/>
          <ac:picMkLst>
            <pc:docMk/>
            <pc:sldMk cId="2282953524" sldId="260"/>
            <ac:picMk id="5" creationId="{FE58CFED-64C6-99DD-CAE8-A8CA4CDEA447}"/>
          </ac:picMkLst>
        </pc:picChg>
      </pc:sldChg>
      <pc:sldChg chg="addSp modSp new mod">
        <pc:chgData name="Indhumathi S" userId="84cc7a686912fe65" providerId="LiveId" clId="{67C48E11-83B9-4CF9-BAE2-9D5ED5FA63A5}" dt="2026-01-28T14:39:22.870" v="1308" actId="14100"/>
        <pc:sldMkLst>
          <pc:docMk/>
          <pc:sldMk cId="3290980339" sldId="261"/>
        </pc:sldMkLst>
        <pc:spChg chg="mod">
          <ac:chgData name="Indhumathi S" userId="84cc7a686912fe65" providerId="LiveId" clId="{67C48E11-83B9-4CF9-BAE2-9D5ED5FA63A5}" dt="2026-01-19T16:25:13.694" v="321"/>
          <ac:spMkLst>
            <pc:docMk/>
            <pc:sldMk cId="3290980339" sldId="261"/>
            <ac:spMk id="2" creationId="{46B8A708-2BBA-6F16-1231-18D99C4ACC3A}"/>
          </ac:spMkLst>
        </pc:spChg>
        <pc:spChg chg="mod">
          <ac:chgData name="Indhumathi S" userId="84cc7a686912fe65" providerId="LiveId" clId="{67C48E11-83B9-4CF9-BAE2-9D5ED5FA63A5}" dt="2026-01-22T14:13:32.154" v="1108" actId="14100"/>
          <ac:spMkLst>
            <pc:docMk/>
            <pc:sldMk cId="3290980339" sldId="261"/>
            <ac:spMk id="3" creationId="{A17B6BE5-7D4F-36FC-2AFE-1ED1C352AC2D}"/>
          </ac:spMkLst>
        </pc:spChg>
        <pc:picChg chg="add mod">
          <ac:chgData name="Indhumathi S" userId="84cc7a686912fe65" providerId="LiveId" clId="{67C48E11-83B9-4CF9-BAE2-9D5ED5FA63A5}" dt="2026-01-28T14:39:22.870" v="1308" actId="14100"/>
          <ac:picMkLst>
            <pc:docMk/>
            <pc:sldMk cId="3290980339" sldId="261"/>
            <ac:picMk id="4" creationId="{405C9004-F85C-C81A-04A8-C47829E61783}"/>
          </ac:picMkLst>
        </pc:picChg>
        <pc:picChg chg="add mod">
          <ac:chgData name="Indhumathi S" userId="84cc7a686912fe65" providerId="LiveId" clId="{67C48E11-83B9-4CF9-BAE2-9D5ED5FA63A5}" dt="2026-01-22T14:16:13.059" v="1118" actId="1076"/>
          <ac:picMkLst>
            <pc:docMk/>
            <pc:sldMk cId="3290980339" sldId="261"/>
            <ac:picMk id="5" creationId="{D162C6C8-A5CB-93DE-32F0-5FA09F4AEEBC}"/>
          </ac:picMkLst>
        </pc:picChg>
        <pc:picChg chg="add mod">
          <ac:chgData name="Indhumathi S" userId="84cc7a686912fe65" providerId="LiveId" clId="{67C48E11-83B9-4CF9-BAE2-9D5ED5FA63A5}" dt="2026-01-22T14:16:16.935" v="1119" actId="14100"/>
          <ac:picMkLst>
            <pc:docMk/>
            <pc:sldMk cId="3290980339" sldId="261"/>
            <ac:picMk id="7" creationId="{40D3D688-CA51-7BCC-2CCB-5507F2D6CF15}"/>
          </ac:picMkLst>
        </pc:picChg>
        <pc:picChg chg="add mod">
          <ac:chgData name="Indhumathi S" userId="84cc7a686912fe65" providerId="LiveId" clId="{67C48E11-83B9-4CF9-BAE2-9D5ED5FA63A5}" dt="2026-01-28T14:38:03.670" v="1304" actId="1076"/>
          <ac:picMkLst>
            <pc:docMk/>
            <pc:sldMk cId="3290980339" sldId="261"/>
            <ac:picMk id="9" creationId="{EBB2FF85-246E-CAB0-BE67-9269BBA2AB18}"/>
          </ac:picMkLst>
        </pc:picChg>
      </pc:sldChg>
      <pc:sldChg chg="addSp modSp new mod">
        <pc:chgData name="Indhumathi S" userId="84cc7a686912fe65" providerId="LiveId" clId="{67C48E11-83B9-4CF9-BAE2-9D5ED5FA63A5}" dt="2026-02-02T14:29:27.526" v="1321" actId="12"/>
        <pc:sldMkLst>
          <pc:docMk/>
          <pc:sldMk cId="1869373244" sldId="262"/>
        </pc:sldMkLst>
        <pc:spChg chg="mod">
          <ac:chgData name="Indhumathi S" userId="84cc7a686912fe65" providerId="LiveId" clId="{67C48E11-83B9-4CF9-BAE2-9D5ED5FA63A5}" dt="2026-01-21T15:22:48.773" v="1073"/>
          <ac:spMkLst>
            <pc:docMk/>
            <pc:sldMk cId="1869373244" sldId="262"/>
            <ac:spMk id="2" creationId="{12CC7C1B-6BD3-0B84-6FAB-B3923770CB3D}"/>
          </ac:spMkLst>
        </pc:spChg>
        <pc:spChg chg="mod">
          <ac:chgData name="Indhumathi S" userId="84cc7a686912fe65" providerId="LiveId" clId="{67C48E11-83B9-4CF9-BAE2-9D5ED5FA63A5}" dt="2026-02-02T14:29:27.526" v="1321" actId="12"/>
          <ac:spMkLst>
            <pc:docMk/>
            <pc:sldMk cId="1869373244" sldId="262"/>
            <ac:spMk id="3" creationId="{6AF7AB13-D28F-7C7C-1ED8-17E57E392F76}"/>
          </ac:spMkLst>
        </pc:spChg>
      </pc:sldChg>
      <pc:sldChg chg="modSp new mod">
        <pc:chgData name="Indhumathi S" userId="84cc7a686912fe65" providerId="LiveId" clId="{67C48E11-83B9-4CF9-BAE2-9D5ED5FA63A5}" dt="2026-01-21T15:22:48.773" v="1073"/>
        <pc:sldMkLst>
          <pc:docMk/>
          <pc:sldMk cId="3311549241" sldId="263"/>
        </pc:sldMkLst>
        <pc:spChg chg="mod">
          <ac:chgData name="Indhumathi S" userId="84cc7a686912fe65" providerId="LiveId" clId="{67C48E11-83B9-4CF9-BAE2-9D5ED5FA63A5}" dt="2026-01-21T15:16:56.529" v="1055" actId="14100"/>
          <ac:spMkLst>
            <pc:docMk/>
            <pc:sldMk cId="3311549241" sldId="263"/>
            <ac:spMk id="2" creationId="{A471F915-B075-4BB8-7E4D-F08F0D7AAC50}"/>
          </ac:spMkLst>
        </pc:spChg>
        <pc:spChg chg="mod">
          <ac:chgData name="Indhumathi S" userId="84cc7a686912fe65" providerId="LiveId" clId="{67C48E11-83B9-4CF9-BAE2-9D5ED5FA63A5}" dt="2026-01-21T15:22:48.773" v="1073"/>
          <ac:spMkLst>
            <pc:docMk/>
            <pc:sldMk cId="3311549241" sldId="263"/>
            <ac:spMk id="3" creationId="{B8BD21DD-D3AD-C01A-EF07-62D102AF9BFE}"/>
          </ac:spMkLst>
        </pc:spChg>
      </pc:sldChg>
      <pc:sldChg chg="addSp modSp new mod">
        <pc:chgData name="Indhumathi S" userId="84cc7a686912fe65" providerId="LiveId" clId="{67C48E11-83B9-4CF9-BAE2-9D5ED5FA63A5}" dt="2026-01-20T15:40:29.041" v="570" actId="1076"/>
        <pc:sldMkLst>
          <pc:docMk/>
          <pc:sldMk cId="2586188547" sldId="264"/>
        </pc:sldMkLst>
        <pc:spChg chg="mod">
          <ac:chgData name="Indhumathi S" userId="84cc7a686912fe65" providerId="LiveId" clId="{67C48E11-83B9-4CF9-BAE2-9D5ED5FA63A5}" dt="2026-01-20T15:37:40.466" v="541" actId="2711"/>
          <ac:spMkLst>
            <pc:docMk/>
            <pc:sldMk cId="2586188547" sldId="264"/>
            <ac:spMk id="2" creationId="{CC594D53-3CDA-C490-FAF6-6F58CD651F86}"/>
          </ac:spMkLst>
        </pc:spChg>
        <pc:spChg chg="mod">
          <ac:chgData name="Indhumathi S" userId="84cc7a686912fe65" providerId="LiveId" clId="{67C48E11-83B9-4CF9-BAE2-9D5ED5FA63A5}" dt="2026-01-20T15:40:16.386" v="563" actId="9"/>
          <ac:spMkLst>
            <pc:docMk/>
            <pc:sldMk cId="2586188547" sldId="264"/>
            <ac:spMk id="3" creationId="{47357F97-410A-738B-8032-03A34507F26A}"/>
          </ac:spMkLst>
        </pc:spChg>
        <pc:picChg chg="add mod">
          <ac:chgData name="Indhumathi S" userId="84cc7a686912fe65" providerId="LiveId" clId="{67C48E11-83B9-4CF9-BAE2-9D5ED5FA63A5}" dt="2026-01-20T15:40:29.041" v="570" actId="1076"/>
          <ac:picMkLst>
            <pc:docMk/>
            <pc:sldMk cId="2586188547" sldId="264"/>
            <ac:picMk id="4" creationId="{9B900AC8-C67B-8B14-DB74-8E2CDC128588}"/>
          </ac:picMkLst>
        </pc:picChg>
        <pc:picChg chg="add mod">
          <ac:chgData name="Indhumathi S" userId="84cc7a686912fe65" providerId="LiveId" clId="{67C48E11-83B9-4CF9-BAE2-9D5ED5FA63A5}" dt="2026-01-20T15:40:23.390" v="567" actId="14100"/>
          <ac:picMkLst>
            <pc:docMk/>
            <pc:sldMk cId="2586188547" sldId="264"/>
            <ac:picMk id="6" creationId="{C46111D2-AEDC-6B53-7E56-2DA4AF93AF2B}"/>
          </ac:picMkLst>
        </pc:picChg>
      </pc:sldChg>
      <pc:sldChg chg="modSp new mod">
        <pc:chgData name="Indhumathi S" userId="84cc7a686912fe65" providerId="LiveId" clId="{67C48E11-83B9-4CF9-BAE2-9D5ED5FA63A5}" dt="2026-01-23T14:28:30.222" v="1256" actId="20577"/>
        <pc:sldMkLst>
          <pc:docMk/>
          <pc:sldMk cId="3409028235" sldId="265"/>
        </pc:sldMkLst>
        <pc:spChg chg="mod">
          <ac:chgData name="Indhumathi S" userId="84cc7a686912fe65" providerId="LiveId" clId="{67C48E11-83B9-4CF9-BAE2-9D5ED5FA63A5}" dt="2026-01-20T15:41:06.275" v="594" actId="14100"/>
          <ac:spMkLst>
            <pc:docMk/>
            <pc:sldMk cId="3409028235" sldId="265"/>
            <ac:spMk id="2" creationId="{374F18AC-6FB8-4780-D96D-753E0EB2B4CD}"/>
          </ac:spMkLst>
        </pc:spChg>
        <pc:spChg chg="mod">
          <ac:chgData name="Indhumathi S" userId="84cc7a686912fe65" providerId="LiveId" clId="{67C48E11-83B9-4CF9-BAE2-9D5ED5FA63A5}" dt="2026-01-23T14:28:30.222" v="1256" actId="20577"/>
          <ac:spMkLst>
            <pc:docMk/>
            <pc:sldMk cId="3409028235" sldId="265"/>
            <ac:spMk id="3" creationId="{638B8ADD-97EC-464C-D11D-82B808946685}"/>
          </ac:spMkLst>
        </pc:spChg>
      </pc:sldChg>
      <pc:sldChg chg="addSp delSp modSp new mod">
        <pc:chgData name="Indhumathi S" userId="84cc7a686912fe65" providerId="LiveId" clId="{67C48E11-83B9-4CF9-BAE2-9D5ED5FA63A5}" dt="2026-01-20T16:15:14.916" v="919" actId="1076"/>
        <pc:sldMkLst>
          <pc:docMk/>
          <pc:sldMk cId="1853972449" sldId="266"/>
        </pc:sldMkLst>
        <pc:spChg chg="mod">
          <ac:chgData name="Indhumathi S" userId="84cc7a686912fe65" providerId="LiveId" clId="{67C48E11-83B9-4CF9-BAE2-9D5ED5FA63A5}" dt="2026-01-20T16:15:08.962" v="917"/>
          <ac:spMkLst>
            <pc:docMk/>
            <pc:sldMk cId="1853972449" sldId="266"/>
            <ac:spMk id="2" creationId="{BC9D72BD-EEEF-1023-24F2-C3E8EA6AFC57}"/>
          </ac:spMkLst>
        </pc:spChg>
        <pc:picChg chg="add mod">
          <ac:chgData name="Indhumathi S" userId="84cc7a686912fe65" providerId="LiveId" clId="{67C48E11-83B9-4CF9-BAE2-9D5ED5FA63A5}" dt="2026-01-20T16:15:14.916" v="919" actId="1076"/>
          <ac:picMkLst>
            <pc:docMk/>
            <pc:sldMk cId="1853972449" sldId="266"/>
            <ac:picMk id="5" creationId="{A1A6DB9E-5DED-3BAC-2F78-1C145D57331E}"/>
          </ac:picMkLst>
        </pc:picChg>
      </pc:sldChg>
      <pc:sldChg chg="addSp delSp modSp new mod">
        <pc:chgData name="Indhumathi S" userId="84cc7a686912fe65" providerId="LiveId" clId="{67C48E11-83B9-4CF9-BAE2-9D5ED5FA63A5}" dt="2026-01-21T15:44:10.024" v="1083" actId="14100"/>
        <pc:sldMkLst>
          <pc:docMk/>
          <pc:sldMk cId="3274964951" sldId="267"/>
        </pc:sldMkLst>
        <pc:spChg chg="mod">
          <ac:chgData name="Indhumathi S" userId="84cc7a686912fe65" providerId="LiveId" clId="{67C48E11-83B9-4CF9-BAE2-9D5ED5FA63A5}" dt="2026-01-20T16:14:49.615" v="911" actId="14100"/>
          <ac:spMkLst>
            <pc:docMk/>
            <pc:sldMk cId="3274964951" sldId="267"/>
            <ac:spMk id="2" creationId="{40647493-4790-100B-6819-5DEBE2A7CA9D}"/>
          </ac:spMkLst>
        </pc:spChg>
        <pc:picChg chg="add mod">
          <ac:chgData name="Indhumathi S" userId="84cc7a686912fe65" providerId="LiveId" clId="{67C48E11-83B9-4CF9-BAE2-9D5ED5FA63A5}" dt="2026-01-21T15:44:10.024" v="1083" actId="14100"/>
          <ac:picMkLst>
            <pc:docMk/>
            <pc:sldMk cId="3274964951" sldId="267"/>
            <ac:picMk id="7" creationId="{DA4DED08-9AE1-FF4B-60A2-FBDC38DE611E}"/>
          </ac:picMkLst>
        </pc:picChg>
      </pc:sldChg>
      <pc:sldChg chg="addSp delSp modSp new mod">
        <pc:chgData name="Indhumathi S" userId="84cc7a686912fe65" providerId="LiveId" clId="{67C48E11-83B9-4CF9-BAE2-9D5ED5FA63A5}" dt="2026-01-21T15:22:48.773" v="1073"/>
        <pc:sldMkLst>
          <pc:docMk/>
          <pc:sldMk cId="1443804968" sldId="268"/>
        </pc:sldMkLst>
        <pc:spChg chg="mod">
          <ac:chgData name="Indhumathi S" userId="84cc7a686912fe65" providerId="LiveId" clId="{67C48E11-83B9-4CF9-BAE2-9D5ED5FA63A5}" dt="2026-01-21T15:22:48.773" v="1073"/>
          <ac:spMkLst>
            <pc:docMk/>
            <pc:sldMk cId="1443804968" sldId="268"/>
            <ac:spMk id="2" creationId="{A5997DE2-8001-36D8-417F-E5CF25168CDA}"/>
          </ac:spMkLst>
        </pc:spChg>
        <pc:spChg chg="add del mod">
          <ac:chgData name="Indhumathi S" userId="84cc7a686912fe65" providerId="LiveId" clId="{67C48E11-83B9-4CF9-BAE2-9D5ED5FA63A5}" dt="2026-01-21T15:22:48.773" v="1073"/>
          <ac:spMkLst>
            <pc:docMk/>
            <pc:sldMk cId="1443804968" sldId="268"/>
            <ac:spMk id="3" creationId="{BA9F261B-D496-D3CC-113E-428B55D5338A}"/>
          </ac:spMkLst>
        </pc:spChg>
      </pc:sldChg>
      <pc:sldChg chg="addSp delSp modSp new mod">
        <pc:chgData name="Indhumathi S" userId="84cc7a686912fe65" providerId="LiveId" clId="{67C48E11-83B9-4CF9-BAE2-9D5ED5FA63A5}" dt="2026-01-21T15:22:48.773" v="1073"/>
        <pc:sldMkLst>
          <pc:docMk/>
          <pc:sldMk cId="220791347" sldId="269"/>
        </pc:sldMkLst>
        <pc:spChg chg="mod">
          <ac:chgData name="Indhumathi S" userId="84cc7a686912fe65" providerId="LiveId" clId="{67C48E11-83B9-4CF9-BAE2-9D5ED5FA63A5}" dt="2026-01-21T15:22:48.773" v="1073"/>
          <ac:spMkLst>
            <pc:docMk/>
            <pc:sldMk cId="220791347" sldId="269"/>
            <ac:spMk id="2" creationId="{58C979C5-0421-FDE0-EBCF-0A8BCCEFFF3A}"/>
          </ac:spMkLst>
        </pc:spChg>
        <pc:spChg chg="add del mod">
          <ac:chgData name="Indhumathi S" userId="84cc7a686912fe65" providerId="LiveId" clId="{67C48E11-83B9-4CF9-BAE2-9D5ED5FA63A5}" dt="2026-01-21T15:22:48.773" v="1073"/>
          <ac:spMkLst>
            <pc:docMk/>
            <pc:sldMk cId="220791347" sldId="269"/>
            <ac:spMk id="3" creationId="{B5E14BC3-E695-7A04-0185-3837AC5A867F}"/>
          </ac:spMkLst>
        </pc:spChg>
      </pc:sldChg>
      <pc:sldChg chg="modSp new mod">
        <pc:chgData name="Indhumathi S" userId="84cc7a686912fe65" providerId="LiveId" clId="{67C48E11-83B9-4CF9-BAE2-9D5ED5FA63A5}" dt="2026-01-21T15:22:49.250" v="1075"/>
        <pc:sldMkLst>
          <pc:docMk/>
          <pc:sldMk cId="1041225884" sldId="270"/>
        </pc:sldMkLst>
        <pc:spChg chg="mod">
          <ac:chgData name="Indhumathi S" userId="84cc7a686912fe65" providerId="LiveId" clId="{67C48E11-83B9-4CF9-BAE2-9D5ED5FA63A5}" dt="2026-01-20T16:36:27.160" v="977" actId="2711"/>
          <ac:spMkLst>
            <pc:docMk/>
            <pc:sldMk cId="1041225884" sldId="270"/>
            <ac:spMk id="2" creationId="{638BC42B-FEFC-BF7F-A069-D2E2348A4245}"/>
          </ac:spMkLst>
        </pc:spChg>
        <pc:spChg chg="mod">
          <ac:chgData name="Indhumathi S" userId="84cc7a686912fe65" providerId="LiveId" clId="{67C48E11-83B9-4CF9-BAE2-9D5ED5FA63A5}" dt="2026-01-21T15:22:49.250" v="1075"/>
          <ac:spMkLst>
            <pc:docMk/>
            <pc:sldMk cId="1041225884" sldId="270"/>
            <ac:spMk id="3" creationId="{EFE5DAA5-5B74-6475-C781-60F8F94B3F60}"/>
          </ac:spMkLst>
        </pc:spChg>
      </pc:sldChg>
      <pc:sldChg chg="addSp delSp modSp new mod">
        <pc:chgData name="Indhumathi S" userId="84cc7a686912fe65" providerId="LiveId" clId="{67C48E11-83B9-4CF9-BAE2-9D5ED5FA63A5}" dt="2026-01-21T15:22:48.773" v="1073"/>
        <pc:sldMkLst>
          <pc:docMk/>
          <pc:sldMk cId="3423873665" sldId="271"/>
        </pc:sldMkLst>
        <pc:spChg chg="mod">
          <ac:chgData name="Indhumathi S" userId="84cc7a686912fe65" providerId="LiveId" clId="{67C48E11-83B9-4CF9-BAE2-9D5ED5FA63A5}" dt="2026-01-21T15:22:48.773" v="1073"/>
          <ac:spMkLst>
            <pc:docMk/>
            <pc:sldMk cId="3423873665" sldId="271"/>
            <ac:spMk id="2" creationId="{9D895780-BCF7-71E3-95E9-50993AC2EDA3}"/>
          </ac:spMkLst>
        </pc:spChg>
        <pc:spChg chg="add del mod">
          <ac:chgData name="Indhumathi S" userId="84cc7a686912fe65" providerId="LiveId" clId="{67C48E11-83B9-4CF9-BAE2-9D5ED5FA63A5}" dt="2026-01-21T15:14:41.439" v="1040" actId="14100"/>
          <ac:spMkLst>
            <pc:docMk/>
            <pc:sldMk cId="3423873665" sldId="271"/>
            <ac:spMk id="8" creationId="{E5BCC44B-A459-B35B-D9B0-9739918069AF}"/>
          </ac:spMkLst>
        </pc:spChg>
        <pc:graphicFrameChg chg="add mod modGraphic">
          <ac:chgData name="Indhumathi S" userId="84cc7a686912fe65" providerId="LiveId" clId="{67C48E11-83B9-4CF9-BAE2-9D5ED5FA63A5}" dt="2026-01-21T15:14:36.132" v="1039" actId="14100"/>
          <ac:graphicFrameMkLst>
            <pc:docMk/>
            <pc:sldMk cId="3423873665" sldId="271"/>
            <ac:graphicFrameMk id="10" creationId="{4E43B5FA-493B-578C-753B-D1ED2331633D}"/>
          </ac:graphicFrameMkLst>
        </pc:graphicFrameChg>
      </pc:sldChg>
      <pc:sldChg chg="addSp delSp modSp new mod">
        <pc:chgData name="Indhumathi S" userId="84cc7a686912fe65" providerId="LiveId" clId="{67C48E11-83B9-4CF9-BAE2-9D5ED5FA63A5}" dt="2026-01-22T15:17:48.632" v="1228" actId="14100"/>
        <pc:sldMkLst>
          <pc:docMk/>
          <pc:sldMk cId="1138925185" sldId="272"/>
        </pc:sldMkLst>
        <pc:spChg chg="mod">
          <ac:chgData name="Indhumathi S" userId="84cc7a686912fe65" providerId="LiveId" clId="{67C48E11-83B9-4CF9-BAE2-9D5ED5FA63A5}" dt="2026-01-22T15:12:27.020" v="1161" actId="14100"/>
          <ac:spMkLst>
            <pc:docMk/>
            <pc:sldMk cId="1138925185" sldId="272"/>
            <ac:spMk id="2" creationId="{8D4F4F0A-F090-4A1B-CBF0-8ADDF1642B8B}"/>
          </ac:spMkLst>
        </pc:spChg>
        <pc:spChg chg="add mod">
          <ac:chgData name="Indhumathi S" userId="84cc7a686912fe65" providerId="LiveId" clId="{67C48E11-83B9-4CF9-BAE2-9D5ED5FA63A5}" dt="2026-01-22T15:17:31.585" v="1224" actId="14100"/>
          <ac:spMkLst>
            <pc:docMk/>
            <pc:sldMk cId="1138925185" sldId="272"/>
            <ac:spMk id="14" creationId="{057EE070-876E-845F-0BFA-11EEB4C22928}"/>
          </ac:spMkLst>
        </pc:spChg>
        <pc:graphicFrameChg chg="add mod">
          <ac:chgData name="Indhumathi S" userId="84cc7a686912fe65" providerId="LiveId" clId="{67C48E11-83B9-4CF9-BAE2-9D5ED5FA63A5}" dt="2026-01-22T15:17:34.951" v="1225" actId="1076"/>
          <ac:graphicFrameMkLst>
            <pc:docMk/>
            <pc:sldMk cId="1138925185" sldId="272"/>
            <ac:graphicFrameMk id="15" creationId="{8CB07A83-0648-9BB4-C0A3-4E1BCEA9B9A1}"/>
          </ac:graphicFrameMkLst>
        </pc:graphicFrameChg>
        <pc:picChg chg="add mod">
          <ac:chgData name="Indhumathi S" userId="84cc7a686912fe65" providerId="LiveId" clId="{67C48E11-83B9-4CF9-BAE2-9D5ED5FA63A5}" dt="2026-01-22T15:17:27.846" v="1223" actId="14100"/>
          <ac:picMkLst>
            <pc:docMk/>
            <pc:sldMk cId="1138925185" sldId="272"/>
            <ac:picMk id="17" creationId="{EC577B09-ECB5-5647-0BDB-C050AFB7BAFB}"/>
          </ac:picMkLst>
        </pc:picChg>
        <pc:picChg chg="add mod">
          <ac:chgData name="Indhumathi S" userId="84cc7a686912fe65" providerId="LiveId" clId="{67C48E11-83B9-4CF9-BAE2-9D5ED5FA63A5}" dt="2026-01-22T15:17:48.632" v="1228" actId="14100"/>
          <ac:picMkLst>
            <pc:docMk/>
            <pc:sldMk cId="1138925185" sldId="272"/>
            <ac:picMk id="18" creationId="{D50286AE-0F84-C184-CB94-49C5A1ACEA28}"/>
          </ac:picMkLst>
        </pc:picChg>
      </pc:sldChg>
      <pc:sldChg chg="delSp modSp new mod">
        <pc:chgData name="Indhumathi S" userId="84cc7a686912fe65" providerId="LiveId" clId="{67C48E11-83B9-4CF9-BAE2-9D5ED5FA63A5}" dt="2026-01-23T14:51:12.932" v="1303" actId="207"/>
        <pc:sldMkLst>
          <pc:docMk/>
          <pc:sldMk cId="709692192" sldId="273"/>
        </pc:sldMkLst>
        <pc:spChg chg="mod">
          <ac:chgData name="Indhumathi S" userId="84cc7a686912fe65" providerId="LiveId" clId="{67C48E11-83B9-4CF9-BAE2-9D5ED5FA63A5}" dt="2026-01-23T14:51:12.932" v="1303" actId="207"/>
          <ac:spMkLst>
            <pc:docMk/>
            <pc:sldMk cId="709692192" sldId="273"/>
            <ac:spMk id="3" creationId="{0C793802-F577-79E5-940F-6E80B9763B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Loan%20datas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[Loan dataset.xlsx]Trends!PivotTable1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Trends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Trends!$B$3</c:f>
              <c:strCache>
                <c:ptCount val="1"/>
                <c:pt idx="0">
                  <c:v>Total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Trends!$A$4:$A$8</c:f>
              <c:strCache>
                <c:ptCount val="4"/>
                <c:pt idx="0">
                  <c:v>Approved</c:v>
                </c:pt>
                <c:pt idx="1">
                  <c:v>Closed</c:v>
                </c:pt>
                <c:pt idx="2">
                  <c:v>Default</c:v>
                </c:pt>
                <c:pt idx="3">
                  <c:v>Ongoing</c:v>
                </c:pt>
              </c:strCache>
            </c:strRef>
          </c:cat>
          <c:val>
            <c:numRef>
              <c:f>Trends!$B$4:$B$8</c:f>
              <c:numCache>
                <c:formatCode>General</c:formatCode>
                <c:ptCount val="4"/>
                <c:pt idx="0">
                  <c:v>61661558</c:v>
                </c:pt>
                <c:pt idx="1">
                  <c:v>61237716</c:v>
                </c:pt>
                <c:pt idx="2">
                  <c:v>62622442</c:v>
                </c:pt>
                <c:pt idx="3">
                  <c:v>63749474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EE9-44AA-B13C-9544AEB86FF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661641023"/>
        <c:axId val="1661641983"/>
      </c:lineChart>
      <c:catAx>
        <c:axId val="16616410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1641983"/>
        <c:crosses val="autoZero"/>
        <c:auto val="1"/>
        <c:lblAlgn val="ctr"/>
        <c:lblOffset val="100"/>
        <c:noMultiLvlLbl val="0"/>
      </c:catAx>
      <c:valAx>
        <c:axId val="1661641983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6616410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F4E62-5E5C-4FA5-B56F-9A0EFBEAAFA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8AF298B-32D7-4FF6-92C7-5F9511CE4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788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223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F4E62-5E5C-4FA5-B56F-9A0EFBEAAFA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8AF298B-32D7-4FF6-92C7-5F9511CE4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995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F4E62-5E5C-4FA5-B56F-9A0EFBEAAFA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8AF298B-32D7-4FF6-92C7-5F9511CE4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472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F4E62-5E5C-4FA5-B56F-9A0EFBEAAFA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8AF298B-32D7-4FF6-92C7-5F9511CE4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825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F4E62-5E5C-4FA5-B56F-9A0EFBEAAFA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298B-32D7-4FF6-92C7-5F9511CE4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064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F4E62-5E5C-4FA5-B56F-9A0EFBEAAFA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298B-32D7-4FF6-92C7-5F9511CE4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185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F4E62-5E5C-4FA5-B56F-9A0EFBEAAFA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298B-32D7-4FF6-92C7-5F9511CE4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93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F4E62-5E5C-4FA5-B56F-9A0EFBEAAFA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8AF298B-32D7-4FF6-92C7-5F9511CE4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707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F4E62-5E5C-4FA5-B56F-9A0EFBEAAFA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8AF298B-32D7-4FF6-92C7-5F9511CE4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161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F4E62-5E5C-4FA5-B56F-9A0EFBEAAFA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8AF298B-32D7-4FF6-92C7-5F9511CE4A29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1036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F4E62-5E5C-4FA5-B56F-9A0EFBEAAFA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8AF298B-32D7-4FF6-92C7-5F9511CE4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185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F4E62-5E5C-4FA5-B56F-9A0EFBEAAFA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8AF298B-32D7-4FF6-92C7-5F9511CE4A29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19478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F4E62-5E5C-4FA5-B56F-9A0EFBEAAFA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8AF298B-32D7-4FF6-92C7-5F9511CE4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3253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F4E62-5E5C-4FA5-B56F-9A0EFBEAAFA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298B-32D7-4FF6-92C7-5F9511CE4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8778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F4E62-5E5C-4FA5-B56F-9A0EFBEAAFA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298B-32D7-4FF6-92C7-5F9511CE4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544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5F4E62-5E5C-4FA5-B56F-9A0EFBEAAFA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8AF298B-32D7-4FF6-92C7-5F9511CE4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109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62D02-4CE1-591C-3B51-D7784B368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5677"/>
            <a:ext cx="9144000" cy="175428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DATASET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1EEF52-5E6B-82CD-6AE1-810A87AF25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S. INDHUMATHI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 DATA ANALYTICS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: OCT-2025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909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8AAA9-0CB2-BA9B-E54E-95008B24C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303" y="306333"/>
            <a:ext cx="8915400" cy="64044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98537-49D7-A7EC-A5B9-1E5677B34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3613" y="1194619"/>
            <a:ext cx="10117393" cy="5235678"/>
          </a:xfrm>
        </p:spPr>
        <p:txBody>
          <a:bodyPr numCol="2"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loan dataset was generated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Mockaroo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analytical practice.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 rows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Attributes: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columns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represents customer demographic, financial, and loan-related information.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is structured and suitable for analysis using Excel, SQL, and Power BI.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apply data cleaning, statistical analysis, SQL processing, and Power BI visualization techniques to extract meaningful insights.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98D9B1-A367-8C94-7BBA-B35B343C1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542" y="1194618"/>
            <a:ext cx="5717458" cy="471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439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7AD85-16BB-E1A1-88EC-08A081F02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032" y="206477"/>
            <a:ext cx="9513581" cy="116512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AC398-AB2A-D5AA-CE15-8FEAC670F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1097" y="1150374"/>
            <a:ext cx="10103515" cy="5707626"/>
          </a:xfrm>
        </p:spPr>
        <p:txBody>
          <a:bodyPr numCol="3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the dataset for missing and inconsistent values.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 and irrelevant records where necessary.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data types such as numeric, text, and date fields.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data consistency before performing analysis.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C8CBDF-C422-33B4-1B1D-C3F675556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740" y="929148"/>
            <a:ext cx="5334871" cy="29054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240521-A47C-84E3-A5D0-A9223C106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741" y="3892440"/>
            <a:ext cx="5334870" cy="290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03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C7C1B-6BD3-0B84-6FAB-B3923770C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8774" y="402884"/>
            <a:ext cx="8915400" cy="7474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COLUMN IN EXCEL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7AB13-D28F-7C7C-1ED8-17E57E392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8774" y="1445343"/>
            <a:ext cx="9475838" cy="446588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ELIGIBILITY STATUS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=IF(AND(O2&gt;=700,I2&gt;=400000),"Eligible", "Not Eligible")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CATEGORY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=IF(I2&gt;=1500000,"High Income", IF(I2&gt;=700000,"Medium Income", "Low Income"))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SCORE BAND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=IF(O2&gt;=800,"Excellent",IF(O2&gt;=700,"Good",IF(O2&gt;=600,"Average","Poor")))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RATIO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=LOAN AMOUNT/ANNUAL INCOME</a:t>
            </a:r>
          </a:p>
        </p:txBody>
      </p:sp>
    </p:spTree>
    <p:extLst>
      <p:ext uri="{BB962C8B-B14F-4D97-AF65-F5344CB8AC3E}">
        <p14:creationId xmlns:p14="http://schemas.microsoft.com/office/powerpoint/2010/main" val="1869373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C6340-CFF5-EF8B-B6FB-1992D91DA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73" y="214036"/>
            <a:ext cx="9085877" cy="73274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PROCESSING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0E5AD-AC6B-254B-A708-9B9A5FBA4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4619" y="1209368"/>
            <a:ext cx="10309993" cy="5434596"/>
          </a:xfrm>
        </p:spPr>
        <p:txBody>
          <a:bodyPr numCol="3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Imported the Excel-based loan dataset into a SQL database.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SQL queries to perform: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of records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 of numerical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final analysis-ready tables for reporting and visualization.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58CFED-64C6-99DD-CAE8-A8CA4CDEA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272" y="1172497"/>
            <a:ext cx="6226340" cy="524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953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8A708-2BBA-6F16-1231-18D99C4AC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826" y="624110"/>
            <a:ext cx="9911787" cy="629503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 IN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B6BE5-7D4F-36FC-2AFE-1ED1C352A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2825" y="1489587"/>
            <a:ext cx="9911787" cy="5220929"/>
          </a:xfrm>
        </p:spPr>
        <p:txBody>
          <a:bodyPr numCol="3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 and Grouping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aggregate functions such as SUM, AVG, and COUNT were applied.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amounts and applicant income were summarized using GROUP BY.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Filtering and Selection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WHERE clauses were used to filter relevant loan records.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Applicant records were segmented based on loan status and eligibility.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62C6C8-A5CB-93DE-32F0-5FA09F4AEE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96" y="1240904"/>
            <a:ext cx="3262423" cy="24629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D3D688-CA51-7BCC-2CCB-5507F2D6CF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96" y="3703885"/>
            <a:ext cx="3262423" cy="30066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B2FF85-246E-CAB0-BE67-9269BBA2AB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8553" y="3945492"/>
            <a:ext cx="3140501" cy="27650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5C9004-F85C-C81A-04A8-C47829E617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8553" y="1211014"/>
            <a:ext cx="2847491" cy="249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980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95780-BCF7-71E3-95E9-50993AC2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058" y="506123"/>
            <a:ext cx="9041631" cy="7474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5BCC44B-A459-B35B-D9B0-973991806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5058" y="1386109"/>
            <a:ext cx="9527458" cy="5117929"/>
          </a:xfrm>
        </p:spPr>
        <p:txBody>
          <a:bodyPr numCol="3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mean credit score (573.09) indicates the overall average creditworthiness of customers.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median score (573) closely matches the mean, suggesting a well-balanced distribution.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scores range from a minimum of 300 to a maximum of 850, showing wide variation in borrower risk profiles.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E43B5FA-493B-578C-753B-D1ED23316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607267"/>
              </p:ext>
            </p:extLst>
          </p:nvPr>
        </p:nvGraphicFramePr>
        <p:xfrm>
          <a:off x="5648631" y="1386109"/>
          <a:ext cx="5148057" cy="4469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49537">
                  <a:extLst>
                    <a:ext uri="{9D8B030D-6E8A-4147-A177-3AD203B41FA5}">
                      <a16:colId xmlns:a16="http://schemas.microsoft.com/office/drawing/2014/main" val="4257464563"/>
                    </a:ext>
                  </a:extLst>
                </a:gridCol>
                <a:gridCol w="1798520">
                  <a:extLst>
                    <a:ext uri="{9D8B030D-6E8A-4147-A177-3AD203B41FA5}">
                      <a16:colId xmlns:a16="http://schemas.microsoft.com/office/drawing/2014/main" val="2843875052"/>
                    </a:ext>
                  </a:extLst>
                </a:gridCol>
              </a:tblGrid>
              <a:tr h="36362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Statistical Analysis</a:t>
                      </a:r>
                      <a:endParaRPr lang="en-IN" sz="1800" b="0" i="1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181560"/>
                  </a:ext>
                </a:extLst>
              </a:tr>
              <a:tr h="2932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Mean</a:t>
                      </a:r>
                      <a:endParaRPr lang="en-IN" sz="14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573.088044</a:t>
                      </a:r>
                      <a:endParaRPr lang="en-IN" sz="14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37316122"/>
                  </a:ext>
                </a:extLst>
              </a:tr>
              <a:tr h="2932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Standard Error</a:t>
                      </a:r>
                      <a:endParaRPr lang="en-IN" sz="14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3.560118672</a:t>
                      </a:r>
                      <a:endParaRPr lang="en-IN" sz="14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70532609"/>
                  </a:ext>
                </a:extLst>
              </a:tr>
              <a:tr h="2932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Median</a:t>
                      </a:r>
                      <a:endParaRPr lang="en-IN" sz="14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573</a:t>
                      </a:r>
                      <a:endParaRPr lang="en-IN" sz="14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40149426"/>
                  </a:ext>
                </a:extLst>
              </a:tr>
              <a:tr h="2932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Mode</a:t>
                      </a:r>
                      <a:endParaRPr lang="en-IN" sz="14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847</a:t>
                      </a:r>
                      <a:endParaRPr lang="en-IN" sz="14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81765363"/>
                  </a:ext>
                </a:extLst>
              </a:tr>
              <a:tr h="2932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Standard Deviation</a:t>
                      </a:r>
                      <a:endParaRPr lang="en-IN" sz="14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159.1735388</a:t>
                      </a:r>
                      <a:endParaRPr lang="en-IN" sz="14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6495580"/>
                  </a:ext>
                </a:extLst>
              </a:tr>
              <a:tr h="2932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Sample Variance</a:t>
                      </a:r>
                      <a:endParaRPr lang="en-IN" sz="14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25336.21547</a:t>
                      </a:r>
                      <a:endParaRPr lang="en-IN" sz="14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51694862"/>
                  </a:ext>
                </a:extLst>
              </a:tr>
              <a:tr h="2932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Kurtosis</a:t>
                      </a:r>
                      <a:endParaRPr lang="en-IN" sz="14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-1.20193171</a:t>
                      </a:r>
                      <a:endParaRPr lang="en-IN" sz="14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35997990"/>
                  </a:ext>
                </a:extLst>
              </a:tr>
              <a:tr h="2932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Skewness</a:t>
                      </a:r>
                      <a:endParaRPr lang="en-IN" sz="14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0.02292431</a:t>
                      </a:r>
                      <a:endParaRPr lang="en-IN" sz="14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60847286"/>
                  </a:ext>
                </a:extLst>
              </a:tr>
              <a:tr h="2932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Range</a:t>
                      </a:r>
                      <a:endParaRPr lang="en-IN" sz="14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550</a:t>
                      </a:r>
                      <a:endParaRPr lang="en-IN" sz="14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03598191"/>
                  </a:ext>
                </a:extLst>
              </a:tr>
              <a:tr h="2932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Minimum</a:t>
                      </a:r>
                      <a:endParaRPr lang="en-IN" sz="14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300</a:t>
                      </a:r>
                      <a:endParaRPr lang="en-IN" sz="14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05794407"/>
                  </a:ext>
                </a:extLst>
              </a:tr>
              <a:tr h="2932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Maximum</a:t>
                      </a:r>
                      <a:endParaRPr lang="en-IN" sz="14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850</a:t>
                      </a:r>
                      <a:endParaRPr lang="en-IN" sz="14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97243959"/>
                  </a:ext>
                </a:extLst>
              </a:tr>
              <a:tr h="2932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Sum</a:t>
                      </a:r>
                      <a:endParaRPr lang="en-IN" sz="14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1145603</a:t>
                      </a:r>
                      <a:endParaRPr lang="en-IN" sz="14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54200102"/>
                  </a:ext>
                </a:extLst>
              </a:tr>
              <a:tr h="2932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Count</a:t>
                      </a:r>
                      <a:endParaRPr lang="en-IN" sz="14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1999</a:t>
                      </a:r>
                      <a:endParaRPr lang="en-IN" sz="14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79769565"/>
                  </a:ext>
                </a:extLst>
              </a:tr>
              <a:tr h="2932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Confidence Level(95.0%)</a:t>
                      </a:r>
                      <a:endParaRPr lang="en-IN" sz="14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6.981933906</a:t>
                      </a:r>
                      <a:endParaRPr lang="en-IN" sz="14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14558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3873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F4F0A-F090-4A1B-CBF0-8ADDF1642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336" y="306333"/>
            <a:ext cx="9047508" cy="77318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Trends, Patterns and Anomalies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57EE070-876E-845F-0BFA-11EEB4C22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858" y="1079513"/>
            <a:ext cx="10894142" cy="5660500"/>
          </a:xfrm>
        </p:spPr>
        <p:txBody>
          <a:bodyPr numCol="3"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shows that ongoing loans contribute the highest loan amount, indicating maximum capital exposure in active loans.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and excellent credit score customers consistently show higher approvals and healthier loan status, revealing a strong creditworthiness pattern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Anomalies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credit score customers holding a disproportionately high loan amount highlight a potential risk anomaly requiring further investigation.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8CB07A83-0648-9BB4-C0A3-4E1BCEA9B9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2005746"/>
              </p:ext>
            </p:extLst>
          </p:nvPr>
        </p:nvGraphicFramePr>
        <p:xfrm>
          <a:off x="5166852" y="1278867"/>
          <a:ext cx="4109884" cy="33405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EC577B09-ECB5-5647-0BDB-C050AFB7B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112" y="4818731"/>
            <a:ext cx="5858030" cy="192128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50286AE-0F84-C184-CB94-49C5A1ACE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2305" y="1472747"/>
            <a:ext cx="2524125" cy="271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925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1F915-B075-4BB8-7E4D-F08F0D7AA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4053" y="573033"/>
            <a:ext cx="9233359" cy="990296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QUERY – CONDITIONAL &amp; DERIVED COLUMNS IN POWER BI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D21DD-D3AD-C01A-EF07-62D102AF9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4053" y="1563329"/>
            <a:ext cx="9690560" cy="491121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Column Formula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Level = ( if [Credit Score] &lt; 600 then "High Risk" else if [Credit Score] &lt; 750 then "Medium Risk" else "Low Risk“)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 Rate Category = ( if [Interest Rate] &lt; 8 then "Low Interest" else if [Interest Rate] &lt;= 14 then "Medium Interest" else "High Interest")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 Formula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Amount = [Loan Amount]*[Interest Rate])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Interest Amount = ([Loan Amount]*[Interest Rate])/100)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 Amount = (([Loan Amount]*[Interest Rate])/100)/[Loan term year])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549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94D53-3CDA-C490-FAF6-6F58CD651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800" y="417633"/>
            <a:ext cx="8915400" cy="7622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MEASURES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57F97-410A-738B-8032-03A34507F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1819" y="1179871"/>
            <a:ext cx="9233361" cy="5260496"/>
          </a:xfrm>
        </p:spPr>
        <p:txBody>
          <a:bodyPr numCol="2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KPI cards provide a quick summary of overall loan performance and customer activity.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highlight Total loans issued, Loan amount, Active and Closed loans, and Average interest rate.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metrics help in monitoring business growth and lending efficiency at a glance.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900AC8-C67B-8B14-DB74-8E2CDC128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734" y="3812388"/>
            <a:ext cx="5522400" cy="26279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6111D2-AEDC-6B53-7E56-2DA4AF93A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0049" y="552964"/>
            <a:ext cx="3930454" cy="564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188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F18AC-6FB8-4780-D96D-753E0EB2B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0787" y="447130"/>
            <a:ext cx="8915399" cy="82123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MEASURES FORMULA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B8ADD-97EC-464C-D11D-82B808946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9303" y="1268361"/>
            <a:ext cx="9705309" cy="54421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 Formula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Term Category = IF( [Loan term year] &gt; 5, "Long Term", "Short Term")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Profile = IF( Annual Income] &gt; 600000 &amp;&amp; [Credit Score] &gt;= 700, "Premium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Customer","Regular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Customer")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 Category = IF( [Loan Amount] / ( [Loan term year] * 12) &gt; 20000, "High EMI", "Low EMI“)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Formula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Ongoing Loan Count = CALCULATE(COUNT( [Customer id]), [Loan Status] = "Ongoing“)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Loans Issued = COUNT( [Loan Amount])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Customer's = DISTINCTCOUNT( [Customer id])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Interest Rate = AVERAGE( [Interest Rate])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Closed Loan Count = CALCULATE(COUNT( [Customer id]), [Loan Status] = "Closed“)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028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D72BD-EEEF-1023-24F2-C3E8EA6AF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2543" y="383458"/>
            <a:ext cx="9602070" cy="737419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DASHBOARD VIEW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A6DB9E-5DED-3BAC-2F78-1C145D5733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191" y="1253613"/>
            <a:ext cx="10458647" cy="5220929"/>
          </a:xfrm>
        </p:spPr>
      </p:pic>
    </p:spTree>
    <p:extLst>
      <p:ext uri="{BB962C8B-B14F-4D97-AF65-F5344CB8AC3E}">
        <p14:creationId xmlns:p14="http://schemas.microsoft.com/office/powerpoint/2010/main" val="1853972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47493-4790-100B-6819-5DEBE2A7C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6016" y="329143"/>
            <a:ext cx="9370673" cy="924470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DASHBOARD VIEW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A4DED08-9AE1-FF4B-60A2-FBDC38DE61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017" y="1253614"/>
            <a:ext cx="10092474" cy="5117690"/>
          </a:xfrm>
        </p:spPr>
      </p:pic>
    </p:spTree>
    <p:extLst>
      <p:ext uri="{BB962C8B-B14F-4D97-AF65-F5344CB8AC3E}">
        <p14:creationId xmlns:p14="http://schemas.microsoft.com/office/powerpoint/2010/main" val="3274964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97DE2-8001-36D8-417F-E5CF25168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444" y="306333"/>
            <a:ext cx="8915400" cy="64044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Understanding &amp; Objective Clarity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F261B-D496-D3CC-113E-428B55D53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6444" y="1150375"/>
            <a:ext cx="9868168" cy="476084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evaluate loan performance by analyzing customer profiles, loan characteristics, and repayment behavior.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objective is to identify factors influencing loan approval, default risk, and overall portfolio health.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supports data-driven decision-making for risk management and loan optimization.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&amp; Interpretation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statistics were used to understand the distribution of loan amount, interest rate, and tenure.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score and interest rate show a significant influence on loan approval and default patterns.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loan amounts combined with longer tenure increase repayment risk.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804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79C5-0421-FDE0-EBCF-0A8BCCEFF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254" y="506123"/>
            <a:ext cx="8911687" cy="128089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Relevance &amp; Business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14BC3-E695-7A04-0185-3837AC5A8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0254" y="1646903"/>
            <a:ext cx="8915400" cy="377762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clearly identifies customer and loan factors that directly impact approval and default behavior.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credit score customers demonstrate better repayment performance, aligning with profitability goals.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High-risk and high-interest loans show increased default probability, supporting risk mitigation strategies.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enables targeted lending and improved portfolio management.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insights align with business objectives of reducing risk and maximizing returns.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91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BC42B-FEFC-BF7F-A069-D2E2348A4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512" y="506123"/>
            <a:ext cx="8911687" cy="128089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5DAA5-5B74-6475-C781-60F8F94B3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6512" y="1386348"/>
            <a:ext cx="8915400" cy="4763729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credit evaluation criteria for low credit score customers.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tighter monitoring for high-interest and long-tenure loans.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risk-based pricing and customer segmentation to improve portfolio performance.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loan dataset analysis provides actionable insights into customer behavior and risk patterns.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dashboards enable clear visualization and effective interpretation of complex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these insights can enhance decision-making, reduce defaults, and improve business outcomes.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225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93802-F577-79E5-940F-6E80B9763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5058" y="1327355"/>
            <a:ext cx="9749554" cy="458386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9600" dirty="0">
              <a:solidFill>
                <a:srgbClr val="FF0000"/>
              </a:solidFill>
              <a:effectLst>
                <a:reflection blurRad="6350" stA="55000" endA="300" endPos="45500" dir="5400000" sy="-10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9600" dirty="0">
                <a:solidFill>
                  <a:srgbClr val="FF0000"/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							Thank You</a:t>
            </a:r>
            <a:endParaRPr lang="en-IN" sz="9600" dirty="0">
              <a:solidFill>
                <a:srgbClr val="FF0000"/>
              </a:solidFill>
              <a:effectLst>
                <a:reflection blurRad="6350" stA="55000" endA="300" endPos="45500" dir="5400000" sy="-10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69219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House Mortgage Savings PowerPoint Templates</Template>
  <TotalTime>430</TotalTime>
  <Words>1071</Words>
  <Application>Microsoft Office PowerPoint</Application>
  <PresentationFormat>Widescreen</PresentationFormat>
  <Paragraphs>140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Century Gothic</vt:lpstr>
      <vt:lpstr>Courier New</vt:lpstr>
      <vt:lpstr>Times New Roman</vt:lpstr>
      <vt:lpstr>Wingdings 3</vt:lpstr>
      <vt:lpstr>Wisp</vt:lpstr>
      <vt:lpstr>LOAN DATASET ANALYSIS</vt:lpstr>
      <vt:lpstr>DATA PREPARATION</vt:lpstr>
      <vt:lpstr>DATA CLEANING</vt:lpstr>
      <vt:lpstr>DERIVED COLUMN IN EXCEL</vt:lpstr>
      <vt:lpstr>SQL PROCESSING</vt:lpstr>
      <vt:lpstr>DATABASE CREATION IN SQL</vt:lpstr>
      <vt:lpstr>STATISTICAL ANALYSIS</vt:lpstr>
      <vt:lpstr>Trends, Patterns and Anomalies</vt:lpstr>
      <vt:lpstr>POWER QUERY – CONDITIONAL &amp; DERIVED COLUMNS IN POWER BI</vt:lpstr>
      <vt:lpstr>DAX MEASURES</vt:lpstr>
      <vt:lpstr>DAX MEASURES FORMULA</vt:lpstr>
      <vt:lpstr>FIRST DASHBOARD VIEW      </vt:lpstr>
      <vt:lpstr>SECOND DASHBOARD VIEW </vt:lpstr>
      <vt:lpstr>Problem Understanding &amp; Objective Clarity</vt:lpstr>
      <vt:lpstr>Insight Relevance &amp; Business Alignment</vt:lpstr>
      <vt:lpstr>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Indhumathi S</dc:creator>
  <cp:lastModifiedBy>Indhumathi S</cp:lastModifiedBy>
  <cp:revision>1</cp:revision>
  <dcterms:created xsi:type="dcterms:W3CDTF">2026-01-19T15:18:47Z</dcterms:created>
  <dcterms:modified xsi:type="dcterms:W3CDTF">2026-02-02T14:29:29Z</dcterms:modified>
</cp:coreProperties>
</file>